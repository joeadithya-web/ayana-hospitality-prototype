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to Room — and Beyond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AnA 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AI presence behind every AYANA experience — one identity, felt across the App, Kiosk, Control Centre and Hotel Operations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49840" y="640080"/>
            <a:ext cx="548640" cy="5486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AnA IQ?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AI concierge — never a robot — that amplifies AYANA’s own staff rather than replacing them. One consistent presence, one name, one mark, felt at every step of the guest journey.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7F5E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by default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quietly in the background — arranging, matching, remembering — without ever grading the guest’s stay to their face.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7F5EF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834640"/>
            <a:ext cx="502920" cy="50292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on demand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guest asks “how did you know?”, AnA IQ can always answer honestly, in plain language.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7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834640"/>
            <a:ext cx="502920" cy="50292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human-attributed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6676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routes back to a named member of staff. AnA IQ amplifies the team — it never replaces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IDENTITY, FOUR SURFACES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Pillars, One AnA IQ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identity threads through every part of the prototype — a guest sees it in the App and Kiosk; hotel staff see it in the Dashboard and Control Centre.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7F5E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78608"/>
            <a:ext cx="594360" cy="59436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1600200" y="2542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 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90779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guest-facing journey: search, book, stay, checkout and beyond.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7F5EF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578608"/>
            <a:ext cx="594360" cy="594360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90" dirty="0"/>
          </a:p>
        </p:txBody>
      </p:sp>
      <p:sp>
        <p:nvSpPr>
          <p:cNvPr id="13" name="Text 11"/>
          <p:cNvSpPr/>
          <p:nvPr/>
        </p:nvSpPr>
        <p:spPr>
          <a:xfrm>
            <a:off x="7223760" y="2542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Kiosk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90779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Face-scan or QR check-in/out and on-the-spot service booking.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7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727448"/>
            <a:ext cx="594360" cy="594360"/>
          </a:xfrm>
          <a:prstGeom prst="ellipse">
            <a:avLst/>
          </a:prstGeom>
          <a:solidFill>
            <a:srgbClr val="161F3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274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1690" dirty="0"/>
          </a:p>
        </p:txBody>
      </p:sp>
      <p:sp>
        <p:nvSpPr>
          <p:cNvPr id="18" name="Text 16"/>
          <p:cNvSpPr/>
          <p:nvPr/>
        </p:nvSpPr>
        <p:spPr>
          <a:xfrm>
            <a:off x="1600200" y="4690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Control Centre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5056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tooling — live demo scenarios and the feature guide.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4348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7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727448"/>
            <a:ext cx="594360" cy="594360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7274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9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Ops Dashboard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5056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staff console: front office to finance to reports.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TRAVELLER APP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Journey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+ guests first, availability-aware, rating-sorted results.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008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Selection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clear categories, AnA IQ-recommended picks, photo carousels.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IQ Remembers You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guests see their saved preferences pulled forward automatically.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Goal Chat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conversation captures what would make the trip successful — with specific, not generic, replies.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6812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Assistant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meeting-time capture for business trips, passed straight to the front desk.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044952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6812280" y="3008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Payment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100/50/25% advance tiers, plus corporate and 7+ pax group booking modes.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123944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81228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 Prep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122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selfie verification and a mobile QR key, issued before arrival.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5202936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8122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Brief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1228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pre-arrival card on the Dashboard shows what AnA IQ has already arranged — in plain language.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TRAVELLER APP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In-Stay &amp; Beyond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Suggestions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feature: AnA IQ notices the moment — a wake-up call before checkout, a spa slot for a wellness trip — one tap to accept, always staff-attributed.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008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Concierge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answering questions on the bill, services and local recommendations.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Room Controls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forecast-driven suggestions and an in-room lights/AC/curtains panel.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👪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Companion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Kid-friendly activity suggestions for guests travelling with children.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6812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 Manager &amp; Experiences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birthday/anniversary arrangements, plus bookable local tours.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044952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6812280" y="3008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My Preferences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 repeated request and offers to save it to AYANA Memory — rule-based, honestly framed.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123944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81228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 &amp; Expense Tracker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122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find every voucher, mobile key and categorised spend across stays.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5202936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8122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Feedback Chat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1228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Index captured in the same conversational voice as the rest of AnA IQ.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SELF-SERVICE KIOSK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In, Check Out, Anything Else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Hub, Three Paths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In, Check Out, or Other Services — chosen the moment a guest walks 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008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Scan or QR Fallback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recognition, with a manual code entry always available.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No-Surprise-You Welcome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check-in greeting that references the guest’s stated purpose for the trip.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Room Allocation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Auto-assigns on success; gracefully handles a delayed or overbooked category.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6812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Settlement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remaining balance, or — for VIPs — defer it straight to the room bill.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044952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6812280" y="3008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Post-Check-in Upsell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light, well-timed offer right after the room is confirmed.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123944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81228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Checkout &amp; Extend Stay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122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refund calculator for early departures, or add nights on the spot.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5202936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8122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Feedback Chat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1228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CSI conversation as the app — one consistent AnA IQ voice.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SIMULATION CONTROL CENTRE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Presenter Tooling for Live Demos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Presenter-Gated Access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password keeps this console separate from the guest and staff apps.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Failure Scenarios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557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declines, OTP failures, identity mismatches and more — each with a real, simulated effect, not a mock-up.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672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Demo Scenarios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928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presenter notes for walking a room through a specific story.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6812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Timeline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12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feed of every event across the App, Kiosk and Dashboard — proof the simulation is genuinely connected.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3375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681228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IQ Feature Guide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3557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very list, live in the product — every shipped feature in plain text, plus what’s proposed next.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7091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6812280" y="4672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Demo Reset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4928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all live state back to the seed data for a clean run.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03804" cy="29260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03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· HOTEL OPERATIONS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Console, Seven Roles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Office, Housekeeping, Concierge, Bell Desk, Finance, Duty Manager and Administrator each see only what’s relevant.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1638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IQ Alerts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4198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arrivals, repeat guests, overbooking and upsell opportunities — surfaced automatically on Home.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🛎️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398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&amp; Room Management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654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Check-in/out, room assignment, walk-in registration, and the AnA IQ Operations Panel.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5632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Queue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888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task status from dirty to ready, tied to real room state.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🛎️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6812280" y="1929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&amp; Bell Desk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2185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requests plus the staff-only Intent Match Panel — AnA IQ’s reasoning, visible to the team that acts on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47472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6812280" y="3438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3694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invoices and outstanding balances in one view.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983480"/>
            <a:ext cx="384048" cy="38404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812280" y="4946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12280" y="5202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trend, guest satisfaction, repeat rate, upsell revenue — and Net Promoter Score with a full promoter / passive / detractor breakdown.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ANA IQ IS THE FLAGSHIP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Moments That Prove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vendor claims personalisation. These three moments are what make AnA IQ hard to copy in a demo.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1F3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remembers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next booking — even a different property — AnA IQ opens with something only a returning-guest system could know. No competitor chatbot has this.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1F35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651760"/>
            <a:ext cx="502920" cy="50292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notices, before you ask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wake-up call offered the evening before checkout. A spa slot suggested for a wellness trip. One tap, always attributed to a real staff member.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1F35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651760"/>
            <a:ext cx="502920" cy="50292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grades the guest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scores, no percentages, no checklists. The intelligence is felt in outcomes — not displayed as a metric the guest has to interpret.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— Real API &amp; Security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 for this simulated prototype — each needs either a live integration, a taxonomy decision, or a security review before it becomes real.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7F5EF"/>
          </a:solidFill>
          <a:ln w="9525">
            <a:solidFill>
              <a:srgbClr val="E4DE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384048" cy="384048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092" dirty="0"/>
          </a:p>
        </p:txBody>
      </p:sp>
      <p:sp>
        <p:nvSpPr>
          <p:cNvPr id="8" name="Text 6"/>
          <p:cNvSpPr/>
          <p:nvPr/>
        </p:nvSpPr>
        <p:spPr>
          <a:xfrm>
            <a:off x="1325880" y="2478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Guest-Facing Journey 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27340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/ Today’s Mission / Intent Progress — pending a decision on showing AI scoring to guests directly.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7F5EF"/>
          </a:solidFill>
          <a:ln w="9525">
            <a:solidFill>
              <a:srgbClr val="E4DE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514600"/>
            <a:ext cx="384048" cy="384048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6995160" y="2478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Assistant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5160" y="27340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translation — needs a live translation API or LLM integration.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7F5EF"/>
          </a:solidFill>
          <a:ln w="9525">
            <a:solidFill>
              <a:srgbClr val="E4DE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092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API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3968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forecast with a real weather data provider.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7F5EF"/>
          </a:solidFill>
          <a:ln w="9525">
            <a:solidFill>
              <a:srgbClr val="E4DE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749040"/>
            <a:ext cx="384048" cy="384048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6995160" y="3712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Room IoT Controls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95160" y="3968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Room Controls to actual in-room hardware via a hotel BMS integration.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7F5EF"/>
          </a:solidFill>
          <a:ln w="9525">
            <a:solidFill>
              <a:srgbClr val="E4DE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983480"/>
            <a:ext cx="384048" cy="384048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092" dirty="0"/>
          </a:p>
        </p:txBody>
      </p:sp>
      <p:sp>
        <p:nvSpPr>
          <p:cNvPr id="28" name="Text 26"/>
          <p:cNvSpPr/>
          <p:nvPr/>
        </p:nvSpPr>
        <p:spPr>
          <a:xfrm>
            <a:off x="1325880" y="4946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Trip Modes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25880" y="5202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Leisure / Family / Medical / Relax as first-class categories.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7F5EF"/>
          </a:solidFill>
          <a:ln w="9525">
            <a:solidFill>
              <a:srgbClr val="E4DE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983480"/>
            <a:ext cx="384048" cy="384048"/>
          </a:xfrm>
          <a:prstGeom prst="ellipse">
            <a:avLst/>
          </a:prstGeom>
          <a:solidFill>
            <a:srgbClr val="AD8A4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092" dirty="0"/>
          </a:p>
        </p:txBody>
      </p:sp>
      <p:sp>
        <p:nvSpPr>
          <p:cNvPr id="33" name="Text 31"/>
          <p:cNvSpPr/>
          <p:nvPr/>
        </p:nvSpPr>
        <p:spPr>
          <a:xfrm>
            <a:off x="6995160" y="4946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Assist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95160" y="5202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emergency contact routing — needs a duty-of-care and liability review.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2103120"/>
            <a:ext cx="914400" cy="91440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" name="Text 1"/>
          <p:cNvSpPr/>
          <p:nvPr/>
        </p:nvSpPr>
        <p:spPr>
          <a:xfrm>
            <a:off x="564184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IQ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presence. Every touchpoint. Home to room — and beyond.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2026-08-10T11:53:03Z</dcterms:created>
  <dcterms:modified xsi:type="dcterms:W3CDTF">2026-08-10T11:53:03Z</dcterms:modified>
</cp:coreProperties>
</file>